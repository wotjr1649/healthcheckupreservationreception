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없으면 전체 조회. 차트번호·이름은 포함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1706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2209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60904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65933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없다. 조건이 하나도 없으면 전체 목록을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차트번호와 이름은 친 값이 어디에 들어 있든 찾는다.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· 생년월일 · 휴대전화는 정규화 후 정확검색한다.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메타문자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친 % _ [ 는 글자 그대로 찾는다.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420624" y="320335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1772" y="324450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3346704" y="320335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7852" y="324450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4" name="Text 42"/>
          <p:cNvSpPr/>
          <p:nvPr/>
        </p:nvSpPr>
        <p:spPr>
          <a:xfrm>
            <a:off x="420624" y="353896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533958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538072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346704" y="533958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387852" y="538072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921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6638544" y="1170432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9692" y="1211580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8833104" y="1170432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4252" y="1211580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2798064" y="1396312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9212" y="1437460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6638544" y="1396312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9692" y="1437460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8833104" y="1396312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74252" y="1437460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765777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806925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2798064" y="1765777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9212" y="1806925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6638544" y="1765777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9692" y="1806925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8833104" y="1765777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74252" y="1806925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23885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420624" y="2608010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" y="264915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1883664" y="2608010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4812" y="264915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283389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287503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883664" y="283389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4812" y="287503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5977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0091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883664" y="305977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4812" y="310091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28565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32679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1883664" y="328565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4812" y="332679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45" name="Text 43"/>
          <p:cNvSpPr/>
          <p:nvPr/>
        </p:nvSpPr>
        <p:spPr>
          <a:xfrm>
            <a:off x="420624" y="362125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840715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1772" y="388186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3840715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388186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406659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" y="410774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3346704" y="406659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7852" y="410774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0624" y="429247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1772" y="433362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429247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433362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20624" y="451835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1772" y="455950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3346704" y="451835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7852" y="455950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474423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61772" y="478538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346704" y="474423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7852" y="478538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2026-09-14T07:08:50Z</dcterms:created>
  <dcterms:modified xsi:type="dcterms:W3CDTF">2026-09-14T07:08:50Z</dcterms:modified>
</cp:coreProperties>
</file>