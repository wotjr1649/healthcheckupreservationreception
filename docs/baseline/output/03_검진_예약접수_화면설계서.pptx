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모든 화면의 업무 Action을 비활성한다. 화면 표시는 안내값이며 저장 성공을 보장하지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83620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187735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83620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187735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전체 비활성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조회 Action이라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에도 열린다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24797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24797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24797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29826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 필요.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283043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283043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182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조회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Action이라 공통 업무불가에도 열린다. 상태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활성/비활성은 부록 D 참조. 접수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 상태에서 활성인 것은 [조회]·[컬럼설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정]·[현장 당일예약]뿐이다.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36691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36691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36691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41720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8053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8053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80533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38556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24376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24376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24376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29406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68219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68219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68219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73249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12062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12062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12062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17091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5590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5590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5590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6093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LastEditDate를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조건이 있어야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· 주민번호 · 생년월일 · 휴대전화는 정규화 후 정확검색한다.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접두검색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앞부분 일치(Name LIKE @Name + '%')로 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0" name="Text 38"/>
          <p:cNvSpPr/>
          <p:nvPr/>
        </p:nvSpPr>
        <p:spPr>
          <a:xfrm>
            <a:off x="420624" y="331308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353253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7368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53253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7368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  <p:sp>
        <p:nvSpPr>
          <p:cNvPr id="73" name="Text 71"/>
          <p:cNvSpPr/>
          <p:nvPr/>
        </p:nvSpPr>
        <p:spPr>
          <a:xfrm>
            <a:off x="420624" y="544930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420624" y="5668765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" y="5709913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798064" y="5668765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39212" y="5709913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6638544" y="5668765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9692" y="5709913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833104" y="5668765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4252" y="5709913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894645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1772" y="5935793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2798064" y="5894645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39212" y="5935793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638544" y="5894645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79692" y="5935793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833104" y="5894645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74252" y="5935793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(LastEditDate), 생성·수정시각, 업무 미사용 컬럼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2798064" y="932688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9212" y="97383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6638544" y="932688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9692" y="973836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8833104" y="932688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74252" y="973836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58568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199716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2798064" y="1158568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1199716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6638544" y="1158568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9692" y="1199716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8833104" y="1158568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4252" y="1199716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19" name="Text 17"/>
          <p:cNvSpPr/>
          <p:nvPr/>
        </p:nvSpPr>
        <p:spPr>
          <a:xfrm>
            <a:off x="420624" y="178134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420624" y="2000801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04194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2000801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204194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2668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26782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1883664" y="222668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4812" y="226782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45256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49371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245256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249371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67844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1959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1883664" y="267844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4812" y="271959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1405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233506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27465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3346704" y="3233506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7852" y="327465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45938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0053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45938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0053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68526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2641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68526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2641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1114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95229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1114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395229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137028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178176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137028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178176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0624" y="279459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2628" y="282659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2798064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830068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5040630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72634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7283196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315200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9525762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57766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76" name="Text 74"/>
          <p:cNvSpPr/>
          <p:nvPr/>
        </p:nvSpPr>
        <p:spPr>
          <a:xfrm>
            <a:off x="475488" y="314849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77" name="Text 75"/>
          <p:cNvSpPr/>
          <p:nvPr/>
        </p:nvSpPr>
        <p:spPr>
          <a:xfrm>
            <a:off x="475488" y="329207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 조회 Action이라 데이터를 바꾸지 않으므로 308/309의 차단 대상이 아니고, 그래서 공통 업무불가에</a:t>
            </a:r>
            <a:endParaRPr lang="ko-KR" sz="850" dirty="0"/>
          </a:p>
        </p:txBody>
      </p:sp>
      <p:sp>
        <p:nvSpPr>
          <p:cNvPr id="78" name="Text 76"/>
          <p:cNvSpPr/>
          <p:nvPr/>
        </p:nvSpPr>
        <p:spPr>
          <a:xfrm>
            <a:off x="475488" y="343565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열린다.</a:t>
            </a:r>
            <a:endParaRPr lang="ko-KR" sz="850" dirty="0"/>
          </a:p>
        </p:txBody>
      </p:sp>
      <p:sp>
        <p:nvSpPr>
          <p:cNvPr id="79" name="Text 77"/>
          <p:cNvSpPr/>
          <p:nvPr/>
        </p:nvSpPr>
        <p:spPr>
          <a:xfrm>
            <a:off x="420624" y="36341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420624" y="48915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52628" y="49235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2798064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2830068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Shape 152"/>
          <p:cNvSpPr/>
          <p:nvPr/>
        </p:nvSpPr>
        <p:spPr>
          <a:xfrm>
            <a:off x="4293108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325112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5788152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820156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7283196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315200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8778240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8810244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10273284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305288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420624" y="50991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52628" y="51311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2798064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2830068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4293108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325112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5788152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820156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7283196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7315200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8778240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8810244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0273284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0305288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8" name="Text 176"/>
          <p:cNvSpPr/>
          <p:nvPr/>
        </p:nvSpPr>
        <p:spPr>
          <a:xfrm>
            <a:off x="475488" y="5453014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79" name="Text 177"/>
          <p:cNvSpPr/>
          <p:nvPr/>
        </p:nvSpPr>
        <p:spPr>
          <a:xfrm>
            <a:off x="475488" y="55965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열리고, 조회 Action이라 공통 업무불가에도 열린다.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2628" y="120243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2798064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0068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93108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25112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788152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20156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8778240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10244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10273284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05288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37802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41002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2798064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0068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93108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25112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5788152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20156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7283196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8778240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10244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0273284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05288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15856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628" y="16176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2798064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30068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93108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25112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5788152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0156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7283196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8778240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10244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10273284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05288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1793209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1825213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93108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5112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5788152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20156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7283196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15200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8778240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10244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10273284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305288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14710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조회 Action이라 공통 업무불가에도 열린다 — 데이터를 바꾸지 않으므로 308/309의 차단 대상이 아니다. 행 미선택에서는 대상 행이 없으므로 닫힌다.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20624" y="234555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420624" y="2565009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2597013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3163824" y="2565009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95828" y="259701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7466076" y="2565009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98080" y="259701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420624" y="2772602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2628" y="2804606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3163824" y="2772602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195828" y="2804606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7466076" y="2772602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98080" y="2804606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2980194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012198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3163824" y="2980194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195828" y="3012198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466076" y="2980194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98080" y="3012198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3187786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2628" y="3219790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3163824" y="3187786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195828" y="3219790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7466076" y="3187786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498080" y="3219790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395379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3427383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3163824" y="3395379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195828" y="342738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7466076" y="3395379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498080" y="342738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92" name="Text 90"/>
          <p:cNvSpPr/>
          <p:nvPr/>
        </p:nvSpPr>
        <p:spPr>
          <a:xfrm>
            <a:off x="475488" y="374927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93" name="Text 91"/>
          <p:cNvSpPr/>
          <p:nvPr/>
        </p:nvSpPr>
        <p:spPr>
          <a:xfrm>
            <a:off x="420624" y="394772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167179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2628" y="4199183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2432304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464308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99509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31513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6166714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98718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8033918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065922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9901123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933127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420624" y="43747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2628" y="44067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2432304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464308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4299509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31513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6166714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198718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8033918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8065922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9901123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933127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420624" y="4582364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52628" y="4614368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2432304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464308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4299509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31513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6166714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98718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8033918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065922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9901123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933127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0624" y="4789956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52628" y="4821960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2432304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464308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4299509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331513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6166714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6198718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8033918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065922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9901123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933127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420624" y="4997548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52628" y="5029552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2432304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464308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4299509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31513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6166714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6198718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033918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065922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9901123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9933127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154" name="Shape 152"/>
          <p:cNvSpPr/>
          <p:nvPr/>
        </p:nvSpPr>
        <p:spPr>
          <a:xfrm>
            <a:off x="420624" y="5205141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52628" y="5237145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2432304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464308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99509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331513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6166714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6198718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8033918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065922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9901123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933127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66" name="Text 164"/>
          <p:cNvSpPr/>
          <p:nvPr/>
        </p:nvSpPr>
        <p:spPr>
          <a:xfrm>
            <a:off x="475488" y="555903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Maximized로 연다.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2026-09-08T22:45:20Z</dcterms:created>
  <dcterms:modified xsi:type="dcterms:W3CDTF">2026-09-08T22:45:20Z</dcterms:modified>
</cp:coreProperties>
</file>