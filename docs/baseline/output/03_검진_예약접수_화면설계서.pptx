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56807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61837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00650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05679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2026-09-09T16:14:35Z</dcterms:created>
  <dcterms:modified xsi:type="dcterms:W3CDTF">2026-09-09T16:14:35Z</dcterms:modified>
</cp:coreProperties>
</file>