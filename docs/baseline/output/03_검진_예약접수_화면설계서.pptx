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상태영역에 업무 불가로 표시한다. 화면은 그것으로 Action을 막지 않으며 판정은 저장 시점에 DB가 한다. 이 조건은 예약·접수 업무를 대상으로 하고 기준정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 정비(수검자·휴무일)에는 적용하지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979793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2020941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979793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2020941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 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표시한다. Action은 막지 않는다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Action을 닫지 않는다 — 상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태영역 안내이고 판정은 저장 시점에 DB가 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416899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416899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416899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467191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 필요.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56807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56807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56807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61837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00650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00650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400650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405679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451966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35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상태와 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관하게 행이 선택되면 열린다.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Action을 닫지 않는다. 상태별 활성/비활성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부록 D 참조. 접수 Context 미선택 상태에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 활성인 것은 [조회]·[컬럼설정]·[현장 당일예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53583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53583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58612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97426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974262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402455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41269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41269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46298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85112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851121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90141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28955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28955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33984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72797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72797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77827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조건이 있어야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Text 64"/>
          <p:cNvSpPr/>
          <p:nvPr/>
        </p:nvSpPr>
        <p:spPr>
          <a:xfrm>
            <a:off x="475488" y="2940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75488" y="308448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</a:t>
            </a:r>
            <a:endParaRPr lang="ko-KR" sz="850" dirty="0"/>
          </a:p>
        </p:txBody>
      </p:sp>
      <p:sp>
        <p:nvSpPr>
          <p:cNvPr id="68" name="Text 66"/>
          <p:cNvSpPr/>
          <p:nvPr/>
        </p:nvSpPr>
        <p:spPr>
          <a:xfrm>
            <a:off x="475488" y="3228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Action을 닫지 않고 상태영역에만 나타난다. 예약 Write는 저장 시점에 DB가 308/309로 막고 화면은 그 결과를 Blocking으로 보인다.</a:t>
            </a:r>
            <a:endParaRPr lang="ko-KR" sz="850" dirty="0"/>
          </a:p>
        </p:txBody>
      </p:sp>
      <p:sp>
        <p:nvSpPr>
          <p:cNvPr id="69" name="Text 67"/>
          <p:cNvSpPr/>
          <p:nvPr/>
        </p:nvSpPr>
        <p:spPr>
          <a:xfrm>
            <a:off x="420624" y="342651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420624" y="364597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2628" y="367797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279806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83006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93108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25112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5788152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0156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283196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15200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778240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10244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10273284" y="3645971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305288" y="3677975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Text 152"/>
          <p:cNvSpPr/>
          <p:nvPr/>
        </p:nvSpPr>
        <p:spPr>
          <a:xfrm>
            <a:off x="475488" y="503782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55" name="Text 153"/>
          <p:cNvSpPr/>
          <p:nvPr/>
        </p:nvSpPr>
        <p:spPr>
          <a:xfrm>
            <a:off x="475488" y="5181413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열린다. 공통 업무불가가 이 표에 행을 갖지 않는 것도 같다.</a:t>
            </a:r>
            <a:endParaRPr lang="ko-KR" sz="850" dirty="0"/>
          </a:p>
        </p:txBody>
      </p:sp>
      <p:sp>
        <p:nvSpPr>
          <p:cNvPr id="156" name="Text 154"/>
          <p:cNvSpPr/>
          <p:nvPr/>
        </p:nvSpPr>
        <p:spPr>
          <a:xfrm>
            <a:off x="420624" y="537986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420624" y="5599318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452628" y="563132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159" name="Shape 157"/>
          <p:cNvSpPr/>
          <p:nvPr/>
        </p:nvSpPr>
        <p:spPr>
          <a:xfrm>
            <a:off x="279806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83006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161" name="Shape 159"/>
          <p:cNvSpPr/>
          <p:nvPr/>
        </p:nvSpPr>
        <p:spPr>
          <a:xfrm>
            <a:off x="4293108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325112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63" name="Shape 161"/>
          <p:cNvSpPr/>
          <p:nvPr/>
        </p:nvSpPr>
        <p:spPr>
          <a:xfrm>
            <a:off x="5788152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820156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65" name="Shape 163"/>
          <p:cNvSpPr/>
          <p:nvPr/>
        </p:nvSpPr>
        <p:spPr>
          <a:xfrm>
            <a:off x="7283196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315200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67" name="Shape 165"/>
          <p:cNvSpPr/>
          <p:nvPr/>
        </p:nvSpPr>
        <p:spPr>
          <a:xfrm>
            <a:off x="8778240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10244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9" name="Shape 167"/>
          <p:cNvSpPr/>
          <p:nvPr/>
        </p:nvSpPr>
        <p:spPr>
          <a:xfrm>
            <a:off x="10273284" y="5599318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05288" y="563132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71" name="Shape 169"/>
          <p:cNvSpPr/>
          <p:nvPr/>
        </p:nvSpPr>
        <p:spPr>
          <a:xfrm>
            <a:off x="420624" y="58069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2628" y="58389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173" name="Shape 171"/>
          <p:cNvSpPr/>
          <p:nvPr/>
        </p:nvSpPr>
        <p:spPr>
          <a:xfrm>
            <a:off x="279806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83006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5" name="Shape 173"/>
          <p:cNvSpPr/>
          <p:nvPr/>
        </p:nvSpPr>
        <p:spPr>
          <a:xfrm>
            <a:off x="4293108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325112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7" name="Shape 175"/>
          <p:cNvSpPr/>
          <p:nvPr/>
        </p:nvSpPr>
        <p:spPr>
          <a:xfrm>
            <a:off x="5788152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820156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9" name="Shape 177"/>
          <p:cNvSpPr/>
          <p:nvPr/>
        </p:nvSpPr>
        <p:spPr>
          <a:xfrm>
            <a:off x="7283196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315200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1" name="Shape 179"/>
          <p:cNvSpPr/>
          <p:nvPr/>
        </p:nvSpPr>
        <p:spPr>
          <a:xfrm>
            <a:off x="8778240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10244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83" name="Shape 181"/>
          <p:cNvSpPr/>
          <p:nvPr/>
        </p:nvSpPr>
        <p:spPr>
          <a:xfrm>
            <a:off x="10273284" y="580691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305288" y="583891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5" name="Shape 183"/>
          <p:cNvSpPr/>
          <p:nvPr/>
        </p:nvSpPr>
        <p:spPr>
          <a:xfrm>
            <a:off x="420624" y="60145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452628" y="60465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187" name="Shape 185"/>
          <p:cNvSpPr/>
          <p:nvPr/>
        </p:nvSpPr>
        <p:spPr>
          <a:xfrm>
            <a:off x="279806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283006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89" name="Shape 187"/>
          <p:cNvSpPr/>
          <p:nvPr/>
        </p:nvSpPr>
        <p:spPr>
          <a:xfrm>
            <a:off x="4293108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4325112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1" name="Shape 189"/>
          <p:cNvSpPr/>
          <p:nvPr/>
        </p:nvSpPr>
        <p:spPr>
          <a:xfrm>
            <a:off x="5788152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5820156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3" name="Shape 191"/>
          <p:cNvSpPr/>
          <p:nvPr/>
        </p:nvSpPr>
        <p:spPr>
          <a:xfrm>
            <a:off x="7283196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315200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5" name="Shape 193"/>
          <p:cNvSpPr/>
          <p:nvPr/>
        </p:nvSpPr>
        <p:spPr>
          <a:xfrm>
            <a:off x="8778240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8810244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97" name="Shape 195"/>
          <p:cNvSpPr/>
          <p:nvPr/>
        </p:nvSpPr>
        <p:spPr>
          <a:xfrm>
            <a:off x="10273284" y="6014502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305288" y="604650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미선택에서는 대상 행이 없으므로 [정보수정]·[신규예약]·[변경이력]이 닫힌다.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업무불가는 이 표에 행이 없다 — 수검자 등록·수정은 기준정보 정비라 애초에 308/309의 대상이 아니고, 화면도 그 상태에서 Action을 닫지 않는다.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163824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95828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7466076" y="1549041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1581045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756633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" y="1788637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163824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95828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7466076" y="1756633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1788637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964225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996229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3163824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95828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466076" y="1964225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96229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171817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" y="2203821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163824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95828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7466076" y="2171817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8080" y="2203821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420624" y="2379410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" y="2411414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163824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95828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7466076" y="2379410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2411414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75488" y="273330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37" name="Text 35"/>
          <p:cNvSpPr/>
          <p:nvPr/>
        </p:nvSpPr>
        <p:spPr>
          <a:xfrm>
            <a:off x="420624" y="2931754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420624" y="3151210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2628" y="318321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243230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430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299509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31513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6166714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8718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8033918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922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9901123" y="3151210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33127" y="318321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0624" y="3358803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2628" y="3390807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243230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430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4299509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31513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6166714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98718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8033918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65922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9901123" y="3358803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33127" y="3390807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420624" y="3566395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3598399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243230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6430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99509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31513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6166714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98718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8033918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65922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9901123" y="3566395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933127" y="3598399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3773987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805991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43230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6430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4299509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1513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6166714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198718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8033918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065922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9901123" y="3773987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933127" y="3805991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981580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4013584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243230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46430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4299509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31513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6166714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8718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8033918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065922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9901123" y="3981580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933127" y="4013584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0624" y="41891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28" y="42211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243230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46430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4299509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31513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6166714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198718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8033918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65922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9901123" y="41891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933127" y="42211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0" name="Text 108"/>
          <p:cNvSpPr/>
          <p:nvPr/>
        </p:nvSpPr>
        <p:spPr>
          <a:xfrm>
            <a:off x="475488" y="454306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2026-09-09T15:32:17Z</dcterms:created>
  <dcterms:modified xsi:type="dcterms:W3CDTF">2026-09-09T15:32:17Z</dcterms:modified>
</cp:coreProperties>
</file>